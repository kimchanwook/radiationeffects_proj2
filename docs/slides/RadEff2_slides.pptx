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BB9FC62-5E7D-46F9-BA21-EE02616EF234}" v="1" dt="2026-04-23T17:11:21.5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im, Chan [US] (MS)" userId="15b48a41-9943-4a87-868b-5cd2a0aaafcc" providerId="ADAL" clId="{3047095F-0DAD-4073-8CDF-8CBFAFA192F4}"/>
    <pc:docChg chg="custSel modSld">
      <pc:chgData name="Kim, Chan [US] (MS)" userId="15b48a41-9943-4a87-868b-5cd2a0aaafcc" providerId="ADAL" clId="{3047095F-0DAD-4073-8CDF-8CBFAFA192F4}" dt="2026-04-23T18:59:43.224" v="900" actId="20577"/>
      <pc:docMkLst>
        <pc:docMk/>
      </pc:docMkLst>
      <pc:sldChg chg="addSp modSp mod">
        <pc:chgData name="Kim, Chan [US] (MS)" userId="15b48a41-9943-4a87-868b-5cd2a0aaafcc" providerId="ADAL" clId="{3047095F-0DAD-4073-8CDF-8CBFAFA192F4}" dt="2026-04-23T17:04:38.904" v="253" actId="1076"/>
        <pc:sldMkLst>
          <pc:docMk/>
          <pc:sldMk cId="1399020519" sldId="256"/>
        </pc:sldMkLst>
        <pc:spChg chg="mod">
          <ac:chgData name="Kim, Chan [US] (MS)" userId="15b48a41-9943-4a87-868b-5cd2a0aaafcc" providerId="ADAL" clId="{3047095F-0DAD-4073-8CDF-8CBFAFA192F4}" dt="2026-04-23T17:01:11.873" v="228" actId="2711"/>
          <ac:spMkLst>
            <pc:docMk/>
            <pc:sldMk cId="1399020519" sldId="256"/>
            <ac:spMk id="2" creationId="{F238EB15-371D-723D-C0E8-ECB20530F1B7}"/>
          </ac:spMkLst>
        </pc:spChg>
        <pc:spChg chg="mod">
          <ac:chgData name="Kim, Chan [US] (MS)" userId="15b48a41-9943-4a87-868b-5cd2a0aaafcc" providerId="ADAL" clId="{3047095F-0DAD-4073-8CDF-8CBFAFA192F4}" dt="2026-04-23T17:04:38.904" v="253" actId="1076"/>
          <ac:spMkLst>
            <pc:docMk/>
            <pc:sldMk cId="1399020519" sldId="256"/>
            <ac:spMk id="3" creationId="{7990E9A5-BA04-66BD-D30F-585FF36FDCAF}"/>
          </ac:spMkLst>
        </pc:spChg>
        <pc:spChg chg="mod">
          <ac:chgData name="Kim, Chan [US] (MS)" userId="15b48a41-9943-4a87-868b-5cd2a0aaafcc" providerId="ADAL" clId="{3047095F-0DAD-4073-8CDF-8CBFAFA192F4}" dt="2026-04-23T17:01:23.503" v="230" actId="2711"/>
          <ac:spMkLst>
            <pc:docMk/>
            <pc:sldMk cId="1399020519" sldId="256"/>
            <ac:spMk id="7" creationId="{02BD0AE2-9C46-16E9-C16D-B581655724B8}"/>
          </ac:spMkLst>
        </pc:spChg>
        <pc:cxnChg chg="add mod">
          <ac:chgData name="Kim, Chan [US] (MS)" userId="15b48a41-9943-4a87-868b-5cd2a0aaafcc" providerId="ADAL" clId="{3047095F-0DAD-4073-8CDF-8CBFAFA192F4}" dt="2026-04-23T17:03:19.317" v="251" actId="1076"/>
          <ac:cxnSpMkLst>
            <pc:docMk/>
            <pc:sldMk cId="1399020519" sldId="256"/>
            <ac:cxnSpMk id="10" creationId="{AF6A9A79-8161-7922-748C-439476952B7E}"/>
          </ac:cxnSpMkLst>
        </pc:cxnChg>
      </pc:sldChg>
      <pc:sldChg chg="addSp delSp modSp mod">
        <pc:chgData name="Kim, Chan [US] (MS)" userId="15b48a41-9943-4a87-868b-5cd2a0aaafcc" providerId="ADAL" clId="{3047095F-0DAD-4073-8CDF-8CBFAFA192F4}" dt="2026-04-23T18:59:43.224" v="900" actId="20577"/>
        <pc:sldMkLst>
          <pc:docMk/>
          <pc:sldMk cId="822141115" sldId="257"/>
        </pc:sldMkLst>
        <pc:spChg chg="mod">
          <ac:chgData name="Kim, Chan [US] (MS)" userId="15b48a41-9943-4a87-868b-5cd2a0aaafcc" providerId="ADAL" clId="{3047095F-0DAD-4073-8CDF-8CBFAFA192F4}" dt="2026-04-23T17:04:51.403" v="257" actId="20577"/>
          <ac:spMkLst>
            <pc:docMk/>
            <pc:sldMk cId="822141115" sldId="257"/>
            <ac:spMk id="2" creationId="{6B5C3E94-9951-2AAD-167D-52CD34FE8D61}"/>
          </ac:spMkLst>
        </pc:spChg>
        <pc:spChg chg="mod">
          <ac:chgData name="Kim, Chan [US] (MS)" userId="15b48a41-9943-4a87-868b-5cd2a0aaafcc" providerId="ADAL" clId="{3047095F-0DAD-4073-8CDF-8CBFAFA192F4}" dt="2026-04-23T18:59:43.224" v="900" actId="20577"/>
          <ac:spMkLst>
            <pc:docMk/>
            <pc:sldMk cId="822141115" sldId="257"/>
            <ac:spMk id="3" creationId="{717F548C-92E0-E044-2554-28849E6CF42A}"/>
          </ac:spMkLst>
        </pc:spChg>
        <pc:spChg chg="add del">
          <ac:chgData name="Kim, Chan [US] (MS)" userId="15b48a41-9943-4a87-868b-5cd2a0aaafcc" providerId="ADAL" clId="{3047095F-0DAD-4073-8CDF-8CBFAFA192F4}" dt="2026-04-23T17:11:21.537" v="262"/>
          <ac:spMkLst>
            <pc:docMk/>
            <pc:sldMk cId="822141115" sldId="257"/>
            <ac:spMk id="6" creationId="{8F645CE8-1605-30D7-88F5-DC46EF96435A}"/>
          </ac:spMkLst>
        </pc:spChg>
        <pc:spChg chg="add del">
          <ac:chgData name="Kim, Chan [US] (MS)" userId="15b48a41-9943-4a87-868b-5cd2a0aaafcc" providerId="ADAL" clId="{3047095F-0DAD-4073-8CDF-8CBFAFA192F4}" dt="2026-04-23T17:11:21.537" v="262"/>
          <ac:spMkLst>
            <pc:docMk/>
            <pc:sldMk cId="822141115" sldId="257"/>
            <ac:spMk id="7" creationId="{794A83D7-BF80-C69A-57F0-224466BE10F3}"/>
          </ac:spMkLst>
        </pc:spChg>
        <pc:spChg chg="del mod">
          <ac:chgData name="Kim, Chan [US] (MS)" userId="15b48a41-9943-4a87-868b-5cd2a0aaafcc" providerId="ADAL" clId="{3047095F-0DAD-4073-8CDF-8CBFAFA192F4}" dt="2026-04-23T17:11:27.239" v="264" actId="478"/>
          <ac:spMkLst>
            <pc:docMk/>
            <pc:sldMk cId="822141115" sldId="257"/>
            <ac:spMk id="8" creationId="{3F6ABE8B-9F1C-6E91-ECED-79E9FAC8668B}"/>
          </ac:spMkLst>
        </pc:spChg>
        <pc:cxnChg chg="add mod">
          <ac:chgData name="Kim, Chan [US] (MS)" userId="15b48a41-9943-4a87-868b-5cd2a0aaafcc" providerId="ADAL" clId="{3047095F-0DAD-4073-8CDF-8CBFAFA192F4}" dt="2026-04-23T17:05:08.470" v="259" actId="13822"/>
          <ac:cxnSpMkLst>
            <pc:docMk/>
            <pc:sldMk cId="822141115" sldId="257"/>
            <ac:cxnSpMk id="5" creationId="{32B2BDA1-9763-1904-0E3E-AA8DAE5C90BE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130B04-D6FB-4FBD-B50A-DBF1E54B30FF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A5F23E-DC6A-4BE0-8DFF-3A237EE38E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382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A5F23E-DC6A-4BE0-8DFF-3A237EE38EA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6068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EFADE-034F-54BF-5D52-B51915A61E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CB98E5-DB4B-8756-43F2-C76A206808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3BD814-CE00-C27E-B9CB-B7AA93901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6ADC9-C313-47CE-A322-619DB87536D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8AA21F-1DEF-26E5-E194-C8BB2061A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93D781-DA0C-8721-4469-A8F23C657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867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A61925-E47A-AE84-BB8A-78CCEF7D5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B13144-6D0D-FC82-25A1-A29F223F54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0CF02-5625-1E31-3005-A25680F018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6ADC9-C313-47CE-A322-619DB87536D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3967CC-7C2E-4EB7-005F-2B5D478EE8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AD2288-48B2-D587-8153-EE61F8EC3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279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F0A5-3118-7268-9490-FBC62C4DB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153E89-E367-C6ED-DD79-08C632A749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EF3615-ADA5-D226-55B6-264456932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6ADC9-C313-47CE-A322-619DB87536D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574E54-1152-3A80-C36A-19FB55EF5D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C5F5A-E444-453B-F779-B293F0D61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9771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772B6-DFF5-5DE0-3430-A104C4758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D12E8-27E0-401D-3EBD-B5958723CD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9018B5-DD4F-D531-2463-95ABA09F04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20AA83-41FF-2961-2583-D0E31310F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6ADC9-C313-47CE-A322-619DB87536D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8CC83A-C3E3-9EA3-4427-EE8274A42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6FE42E-F305-A3E7-FC8A-58FFFB515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3409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EEE37-6A62-A9EF-ACDA-64893C767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9835FE-EE61-BA4A-D254-7CCC6823EF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BD4738-83F9-46B5-75F0-6382C30C5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26B454-0E5C-BB24-F2A3-0395C21EDA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66552B-9CBD-AD64-CB32-B23CA0166F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1A0968-4EB9-D164-FC5C-BAC205F4A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6ADC9-C313-47CE-A322-619DB87536D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43C7BA-1DD9-4F44-AD95-AD6683386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8EBA13-8B28-A0B5-9BDE-77AC3DCEA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6663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775DC-08F1-B30A-4AA1-FF82C986C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D3FE6B-EDDD-BD56-C1E4-8A66A4518F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6ADC9-C313-47CE-A322-619DB87536D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22B349-8EBB-536A-6B62-84FE5DE95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B6A6C9-26F7-E395-20DE-16C16430A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5105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E800BF-03E9-86D8-9686-C5583645F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6ADC9-C313-47CE-A322-619DB87536D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8438C28-B667-979E-4AFA-0D688C50E0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B37B30-CAAE-9A37-D804-BDE4C3891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6278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5D418-A5E2-82C3-75CA-D89A1A43B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3A88C1-2699-ABFE-563B-54E59CA20C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666233-D81A-C2A2-E6DB-88DD0E69FE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2D96BA-5BAA-D91F-B3C8-1723BE8A5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6ADC9-C313-47CE-A322-619DB87536D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3E4A10-2F9F-2B66-755F-18C5A579E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9EE148-58C2-E8E6-49EC-9116416DF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1970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C797F-1F75-D6EC-15E0-9DF1C08D9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BDE239C-DF85-37B6-BC4B-611D732421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C0548F-CE39-AEBF-3AA8-D14BF44431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745C2D-8F36-6377-34D4-2B4B7BBE5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6ADC9-C313-47CE-A322-619DB87536D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2E49E4-A124-90F1-F99D-D0A6CBC2F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10997B-3978-DD48-DFCC-5911E17D3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9212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696D90-354F-BAF1-E392-8252D075A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C1EE2A-857D-E245-0B02-A044AC0FC6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C5F439-CC6D-D055-2813-A9BE2759D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6ADC9-C313-47CE-A322-619DB87536D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72F309-37C3-4F42-F482-342A86A9B8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81EE1-C59E-48C2-C933-0E670E5D8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100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B69238-9F63-3B71-45E0-A4A8EBCD49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66B6A5-77FF-5432-5C42-E9B61714B9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8D4E2F-0F66-0086-A0EC-78BB5F4CE2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6ADC9-C313-47CE-A322-619DB87536D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A43E5E-5E32-46CB-410C-8BFFABBDC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A59359-CEB3-4EFB-CE42-DD31D9645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8520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18C760-23C3-AB28-6A25-D38FE0E00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F74A34-A19F-E3C1-B6FD-B522D625BC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75E26F-2E21-946D-4849-694A41B3FC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B6ADC9-C313-47CE-A322-619DB87536D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C72C4D-24BF-B5F8-0FB2-EB194DBF2F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02DD62-C088-663A-D73E-F79D6CFF11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45FB20-CFBB-45E5-B12E-8CD8FCA95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152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8EB15-371D-723D-C0E8-ECB20530F1B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Radiation-Induced Defect Evolution and </a:t>
            </a:r>
            <a:b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Device Degradation in Silicon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90E9A5-BA04-66BD-D30F-585FF36FDC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55045"/>
            <a:ext cx="9144000" cy="522287"/>
          </a:xfrm>
        </p:spPr>
        <p:txBody>
          <a:bodyPr>
            <a:norm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Physics Background and Modeling Framework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2BD0AE2-9C46-16E9-C16D-B581655724B8}"/>
              </a:ext>
            </a:extLst>
          </p:cNvPr>
          <p:cNvSpPr txBox="1"/>
          <p:nvPr/>
        </p:nvSpPr>
        <p:spPr>
          <a:xfrm>
            <a:off x="5552646" y="5366305"/>
            <a:ext cx="1146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Luke Kim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F6A9A79-8161-7922-748C-439476952B7E}"/>
              </a:ext>
            </a:extLst>
          </p:cNvPr>
          <p:cNvCxnSpPr>
            <a:cxnSpLocks/>
          </p:cNvCxnSpPr>
          <p:nvPr/>
        </p:nvCxnSpPr>
        <p:spPr>
          <a:xfrm>
            <a:off x="2590800" y="3753853"/>
            <a:ext cx="70104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90205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C3E94-9951-2AAD-167D-52CD34FE8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1675"/>
          </a:xfrm>
        </p:spPr>
        <p:txBody>
          <a:bodyPr>
            <a:normAutofit/>
          </a:bodyPr>
          <a:lstStyle/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Tile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7F548C-92E0-E044-2554-28849E6CF4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6350"/>
            <a:ext cx="10515600" cy="4900613"/>
          </a:xfrm>
        </p:spPr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Building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multiphysics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simulation takes step by step implementation of each physics and combining all together at the end.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Objective of this simulation tool: Provide a metric system for quantifying the effectiveness of shielding and mitigation methods against defects induced not only from radiation but from mal-performed lithography during fabrication of the devices.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Although the device could be performing to standard in RT, a small defect could disperse or cumulate to become detrimental enough to jeopardize device performance.</a:t>
            </a:r>
          </a:p>
          <a:p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2B2BDA1-9763-1904-0E3E-AA8DAE5C90BE}"/>
              </a:ext>
            </a:extLst>
          </p:cNvPr>
          <p:cNvCxnSpPr/>
          <p:nvPr/>
        </p:nvCxnSpPr>
        <p:spPr>
          <a:xfrm>
            <a:off x="288758" y="1066800"/>
            <a:ext cx="1150218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21411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200</TotalTime>
  <Words>101</Words>
  <Application>Microsoft Office PowerPoint</Application>
  <PresentationFormat>Widescreen</PresentationFormat>
  <Paragraphs>8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Radiation-Induced Defect Evolution and  Device Degradation in Silicon</vt:lpstr>
      <vt:lpstr>Tile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Kim, Chan [US] (MS)</dc:creator>
  <cp:lastModifiedBy>Kim, Chan [US] (MS)</cp:lastModifiedBy>
  <cp:revision>1</cp:revision>
  <dcterms:created xsi:type="dcterms:W3CDTF">2026-04-23T16:30:19Z</dcterms:created>
  <dcterms:modified xsi:type="dcterms:W3CDTF">2026-04-23T19:50:50Z</dcterms:modified>
</cp:coreProperties>
</file>