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61E637-0C17-4896-8188-5ADAB4B40EC4}">
          <p14:sldIdLst>
            <p14:sldId id="256"/>
          </p14:sldIdLst>
        </p14:section>
        <p14:section name="Overview" id="{1E7AEAE7-B4E8-42A9-AFAE-79024A071D2B}">
          <p14:sldIdLst>
            <p14:sldId id="258"/>
            <p14:sldId id="259"/>
          </p14:sldIdLst>
        </p14:section>
        <p14:section name="Part 1" id="{DEDF4F92-6836-44E4-A894-F8E5EEDEDFB4}">
          <p14:sldIdLst>
            <p14:sldId id="260"/>
          </p14:sldIdLst>
        </p14:section>
        <p14:section name="Part 2" id="{7A096FF7-7B5B-4240-A61D-FD34C455F3E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9FC62-5E7D-46F9-BA21-EE02616EF234}" v="1" dt="2026-04-23T17:11:21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306" autoAdjust="0"/>
  </p:normalViewPr>
  <p:slideViewPr>
    <p:cSldViewPr snapToGrid="0">
      <p:cViewPr varScale="1">
        <p:scale>
          <a:sx n="59" d="100"/>
          <a:sy n="59" d="100"/>
        </p:scale>
        <p:origin x="1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Chan [US] (MS)" userId="15b48a41-9943-4a87-868b-5cd2a0aaafcc" providerId="ADAL" clId="{3047095F-0DAD-4073-8CDF-8CBFAFA192F4}"/>
    <pc:docChg chg="custSel modSld">
      <pc:chgData name="Kim, Chan [US] (MS)" userId="15b48a41-9943-4a87-868b-5cd2a0aaafcc" providerId="ADAL" clId="{3047095F-0DAD-4073-8CDF-8CBFAFA192F4}" dt="2026-04-23T18:59:43.224" v="900" actId="20577"/>
      <pc:docMkLst>
        <pc:docMk/>
      </pc:docMkLst>
      <pc:sldChg chg="addSp modSp mod">
        <pc:chgData name="Kim, Chan [US] (MS)" userId="15b48a41-9943-4a87-868b-5cd2a0aaafcc" providerId="ADAL" clId="{3047095F-0DAD-4073-8CDF-8CBFAFA192F4}" dt="2026-04-23T17:04:38.904" v="253" actId="1076"/>
        <pc:sldMkLst>
          <pc:docMk/>
          <pc:sldMk cId="1399020519" sldId="256"/>
        </pc:sldMkLst>
        <pc:spChg chg="mod">
          <ac:chgData name="Kim, Chan [US] (MS)" userId="15b48a41-9943-4a87-868b-5cd2a0aaafcc" providerId="ADAL" clId="{3047095F-0DAD-4073-8CDF-8CBFAFA192F4}" dt="2026-04-23T17:01:11.873" v="228" actId="2711"/>
          <ac:spMkLst>
            <pc:docMk/>
            <pc:sldMk cId="1399020519" sldId="256"/>
            <ac:spMk id="2" creationId="{F238EB15-371D-723D-C0E8-ECB20530F1B7}"/>
          </ac:spMkLst>
        </pc:spChg>
        <pc:spChg chg="mod">
          <ac:chgData name="Kim, Chan [US] (MS)" userId="15b48a41-9943-4a87-868b-5cd2a0aaafcc" providerId="ADAL" clId="{3047095F-0DAD-4073-8CDF-8CBFAFA192F4}" dt="2026-04-23T17:04:38.904" v="253" actId="1076"/>
          <ac:spMkLst>
            <pc:docMk/>
            <pc:sldMk cId="1399020519" sldId="256"/>
            <ac:spMk id="3" creationId="{7990E9A5-BA04-66BD-D30F-585FF36FDCAF}"/>
          </ac:spMkLst>
        </pc:spChg>
        <pc:spChg chg="mod">
          <ac:chgData name="Kim, Chan [US] (MS)" userId="15b48a41-9943-4a87-868b-5cd2a0aaafcc" providerId="ADAL" clId="{3047095F-0DAD-4073-8CDF-8CBFAFA192F4}" dt="2026-04-23T17:01:23.503" v="230" actId="2711"/>
          <ac:spMkLst>
            <pc:docMk/>
            <pc:sldMk cId="1399020519" sldId="256"/>
            <ac:spMk id="7" creationId="{02BD0AE2-9C46-16E9-C16D-B581655724B8}"/>
          </ac:spMkLst>
        </pc:spChg>
        <pc:cxnChg chg="add mod">
          <ac:chgData name="Kim, Chan [US] (MS)" userId="15b48a41-9943-4a87-868b-5cd2a0aaafcc" providerId="ADAL" clId="{3047095F-0DAD-4073-8CDF-8CBFAFA192F4}" dt="2026-04-23T17:03:19.317" v="251" actId="1076"/>
          <ac:cxnSpMkLst>
            <pc:docMk/>
            <pc:sldMk cId="1399020519" sldId="256"/>
            <ac:cxnSpMk id="10" creationId="{AF6A9A79-8161-7922-748C-439476952B7E}"/>
          </ac:cxnSpMkLst>
        </pc:cxnChg>
      </pc:sldChg>
      <pc:sldChg chg="addSp delSp modSp mod">
        <pc:chgData name="Kim, Chan [US] (MS)" userId="15b48a41-9943-4a87-868b-5cd2a0aaafcc" providerId="ADAL" clId="{3047095F-0DAD-4073-8CDF-8CBFAFA192F4}" dt="2026-04-23T18:59:43.224" v="900" actId="20577"/>
        <pc:sldMkLst>
          <pc:docMk/>
          <pc:sldMk cId="822141115" sldId="257"/>
        </pc:sldMkLst>
        <pc:spChg chg="mod">
          <ac:chgData name="Kim, Chan [US] (MS)" userId="15b48a41-9943-4a87-868b-5cd2a0aaafcc" providerId="ADAL" clId="{3047095F-0DAD-4073-8CDF-8CBFAFA192F4}" dt="2026-04-23T17:04:51.403" v="257" actId="20577"/>
          <ac:spMkLst>
            <pc:docMk/>
            <pc:sldMk cId="822141115" sldId="257"/>
            <ac:spMk id="2" creationId="{6B5C3E94-9951-2AAD-167D-52CD34FE8D61}"/>
          </ac:spMkLst>
        </pc:spChg>
        <pc:spChg chg="mod">
          <ac:chgData name="Kim, Chan [US] (MS)" userId="15b48a41-9943-4a87-868b-5cd2a0aaafcc" providerId="ADAL" clId="{3047095F-0DAD-4073-8CDF-8CBFAFA192F4}" dt="2026-04-23T18:59:43.224" v="900" actId="20577"/>
          <ac:spMkLst>
            <pc:docMk/>
            <pc:sldMk cId="822141115" sldId="257"/>
            <ac:spMk id="3" creationId="{717F548C-92E0-E044-2554-28849E6CF42A}"/>
          </ac:spMkLst>
        </pc:spChg>
        <pc:spChg chg="add del">
          <ac:chgData name="Kim, Chan [US] (MS)" userId="15b48a41-9943-4a87-868b-5cd2a0aaafcc" providerId="ADAL" clId="{3047095F-0DAD-4073-8CDF-8CBFAFA192F4}" dt="2026-04-23T17:11:21.537" v="262"/>
          <ac:spMkLst>
            <pc:docMk/>
            <pc:sldMk cId="822141115" sldId="257"/>
            <ac:spMk id="6" creationId="{8F645CE8-1605-30D7-88F5-DC46EF96435A}"/>
          </ac:spMkLst>
        </pc:spChg>
        <pc:spChg chg="add del">
          <ac:chgData name="Kim, Chan [US] (MS)" userId="15b48a41-9943-4a87-868b-5cd2a0aaafcc" providerId="ADAL" clId="{3047095F-0DAD-4073-8CDF-8CBFAFA192F4}" dt="2026-04-23T17:11:21.537" v="262"/>
          <ac:spMkLst>
            <pc:docMk/>
            <pc:sldMk cId="822141115" sldId="257"/>
            <ac:spMk id="7" creationId="{794A83D7-BF80-C69A-57F0-224466BE10F3}"/>
          </ac:spMkLst>
        </pc:spChg>
        <pc:spChg chg="del mod">
          <ac:chgData name="Kim, Chan [US] (MS)" userId="15b48a41-9943-4a87-868b-5cd2a0aaafcc" providerId="ADAL" clId="{3047095F-0DAD-4073-8CDF-8CBFAFA192F4}" dt="2026-04-23T17:11:27.239" v="264" actId="478"/>
          <ac:spMkLst>
            <pc:docMk/>
            <pc:sldMk cId="822141115" sldId="257"/>
            <ac:spMk id="8" creationId="{3F6ABE8B-9F1C-6E91-ECED-79E9FAC8668B}"/>
          </ac:spMkLst>
        </pc:spChg>
        <pc:cxnChg chg="add mod">
          <ac:chgData name="Kim, Chan [US] (MS)" userId="15b48a41-9943-4a87-868b-5cd2a0aaafcc" providerId="ADAL" clId="{3047095F-0DAD-4073-8CDF-8CBFAFA192F4}" dt="2026-04-23T17:05:08.470" v="259" actId="13822"/>
          <ac:cxnSpMkLst>
            <pc:docMk/>
            <pc:sldMk cId="822141115" sldId="257"/>
            <ac:cxnSpMk id="5" creationId="{32B2BDA1-9763-1904-0E3E-AA8DAE5C90B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9CAF16-C31E-2925-8D33-BD32019EFB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8ACC8E-D43A-1289-03C7-F555A0C02C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18B5A-825B-4A1D-A51E-43E84D298D5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B1188-C28E-04C6-46FA-82B5286EB9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970DC-899B-3944-D6BD-DA18A55F03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6E873-DB85-473C-B0CA-9162EA3E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19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30B04-D6FB-4FBD-B50A-DBF1E54B30F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5F23E-DC6A-4BE0-8DFF-3A237EE38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823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23E-DC6A-4BE0-8DFF-3A237EE38EA1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42206-349B-4EAC-87BC-1385395C75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23607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245A-4F7B-DB54-6819-7CFA769A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0A3D2-9F97-2EB6-C72C-75FCE503A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5DDD0-0434-5ACD-ADC9-6A550B5E3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6578D-866E-4F08-1CB6-E971D5605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23E-DC6A-4BE0-8DFF-3A237EE38EA1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BDB0A-7E7B-C0D1-E68C-EDAFC2327B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042657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1924-DC8B-E2E6-A0A2-2FD0A829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3CD87-A6C2-7F74-AA10-8D75E6918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6245A-9537-CC58-205D-6F82792E3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C48CD-84A4-5E95-76D9-52034015F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5F23E-DC6A-4BE0-8DFF-3A237EE38EA1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2262-FEDD-D54C-EB5B-702AE1068D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741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FADE-034F-54BF-5D52-B51915A61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B98E5-DB4B-8756-43F2-C76A20680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D814-CE00-C27E-B9CB-B7AA9390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04FF-0A57-4773-83E7-4F5BF7C4E95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AA21F-1DEF-26E5-E194-C8BB2061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3D781-DA0C-8721-4469-A8F23C65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1925-E47A-AE84-BB8A-78CCEF7D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3144-6D0D-FC82-25A1-A29F223F5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0CF02-5625-1E31-3005-A25680F0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AF281-377E-4DD0-963B-9B830A8B7D1B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967CC-7C2E-4EB7-005F-2B5D478E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2288-48B2-D587-8153-EE61F8EC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F0A5-3118-7268-9490-FBC62C4D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53E89-E367-C6ED-DD79-08C632A74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F3615-ADA5-D226-55B6-26445693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BF736-5DEF-4F7F-B000-C48BA679887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74E54-1152-3A80-C36A-19FB55EF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C5F5A-E444-453B-F779-B293F0D6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7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72B6-DFF5-5DE0-3430-A104C475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12E8-27E0-401D-3EBD-B5958723C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018B5-DD4F-D531-2463-95ABA09F0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0AA83-41FF-2961-2583-D0E31310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A398-312E-4ECD-A7E7-517A892A1FE3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CC83A-C3E3-9EA3-4427-EE8274A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E42E-F305-A3E7-FC8A-58FFFB51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4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EE37-6A62-A9EF-ACDA-64893C76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835FE-EE61-BA4A-D254-7CCC6823E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D4738-83F9-46B5-75F0-6382C30C5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6B454-0E5C-BB24-F2A3-0395C21ED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6552B-9CBD-AD64-CB32-B23CA0166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A0968-4EB9-D164-FC5C-BAC205F4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FF0C-A022-41F1-8BB7-B8DADD25F406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3C7BA-1DD9-4F44-AD95-AD668338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EBA13-8B28-A0B5-9BDE-77AC3DCE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66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75DC-08F1-B30A-4AA1-FF82C986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3FE6B-EDDD-BD56-C1E4-8A66A451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29F01-94A1-4521-91D6-ADEA053A1F34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2B349-8EBB-536A-6B62-84FE5DE9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6A6C9-26F7-E395-20DE-16C16430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800BF-03E9-86D8-9686-C5583645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BC17-E63F-4556-9D5E-935BA74F3635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38C28-B667-979E-4AFA-0D688C50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37B30-CAAE-9A37-D804-BDE4C389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2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418-A5E2-82C3-75CA-D89A1A43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8C1-2699-ABFE-563B-54E59CA20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66233-D81A-C2A2-E6DB-88DD0E69F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D96BA-5BAA-D91F-B3C8-1723BE8A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02AB1-ED9A-4E57-B70D-7E0AE3289247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E4A10-2F9F-2B66-755F-18C5A579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E148-58C2-E8E6-49EC-9116416D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9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797F-1F75-D6EC-15E0-9DF1C08D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E239C-DF85-37B6-BC4B-611D73242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0548F-CE39-AEBF-3AA8-D14BF4443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45C2D-8F36-6377-34D4-2B4B7BBE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90317-EFEE-446B-98D0-C26A19AE6274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E49E4-A124-90F1-F99D-D0A6CBC2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0997B-3978-DD48-DFCC-5911E17D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2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6D90-354F-BAF1-E392-8252D075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1EE2A-857D-E245-0B02-A044AC0FC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5F439-CC6D-D055-2813-A9BE2759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5948-4541-4251-B144-6952F539800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2F309-37C3-4F42-F482-342A86A9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81EE1-C59E-48C2-C933-0E670E5D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69238-9F63-3B71-45E0-A4A8EBCD4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6B6A5-77FF-5432-5C42-E9B61714B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D4E2F-0F66-0086-A0EC-78BB5F4C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F90A-582C-469D-87A9-77A3ADBD9876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43E5E-5E32-46CB-410C-8BFFABBD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59359-CEB3-4EFB-CE42-DD31D964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8C760-23C3-AB28-6A25-D38FE0E0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74A34-A19F-E3C1-B6FD-B522D625B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5E26F-2E21-946D-4849-694A41B3F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44A95-AB03-4260-A7BB-0F751A2A163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72C4D-24BF-B5F8-0FB2-EB194DBF2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DD62-C088-663A-D73E-F79D6CFF1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5FB20-CFBB-45E5-B12E-8CD8FCA95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5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EB15-371D-723D-C0E8-ECB20530F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3887"/>
            <a:ext cx="9144000" cy="124307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Radiation-Induced Defect Evolution and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Device Degradation in Silicon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0E9A5-BA04-66BD-D30F-585FF36FD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5749"/>
            <a:ext cx="9144000" cy="52228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Roadmap for Full-Scale Multiphysics Modeling to Reduced-Order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D0AE2-9C46-16E9-C16D-B581655724B8}"/>
              </a:ext>
            </a:extLst>
          </p:cNvPr>
          <p:cNvSpPr txBox="1"/>
          <p:nvPr/>
        </p:nvSpPr>
        <p:spPr>
          <a:xfrm>
            <a:off x="5522766" y="513641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Luke Kim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6A9A79-8161-7922-748C-439476952B7E}"/>
              </a:ext>
            </a:extLst>
          </p:cNvPr>
          <p:cNvCxnSpPr>
            <a:cxnSpLocks/>
          </p:cNvCxnSpPr>
          <p:nvPr/>
        </p:nvCxnSpPr>
        <p:spPr>
          <a:xfrm>
            <a:off x="2590800" y="3501357"/>
            <a:ext cx="7010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A076D-CC9D-F155-61AD-C17AC0CB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2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BBC6-A098-FEB9-F869-10C353331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6" y="191541"/>
            <a:ext cx="11502187" cy="70777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Overview (Change Title)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EF333-7E4D-C67F-4EB3-C0BBC283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090866"/>
            <a:ext cx="11502188" cy="563060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52187A-7B1A-835A-1A72-912F0E8DDEE4}"/>
              </a:ext>
            </a:extLst>
          </p:cNvPr>
          <p:cNvCxnSpPr/>
          <p:nvPr/>
        </p:nvCxnSpPr>
        <p:spPr>
          <a:xfrm>
            <a:off x="288756" y="899312"/>
            <a:ext cx="11502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4A047-96EC-841F-4C55-4BB6C00E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9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0DA2-1E89-57D6-6010-DAE93159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3F5C-B080-A070-B9AA-C77E1AD5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6" y="191541"/>
            <a:ext cx="11502187" cy="70777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Slides Overview (Change title)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AF53-A04F-785C-8705-72426D831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090866"/>
            <a:ext cx="11502188" cy="563060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AEABDA-B2D0-CF62-E230-BD685283B273}"/>
              </a:ext>
            </a:extLst>
          </p:cNvPr>
          <p:cNvCxnSpPr/>
          <p:nvPr/>
        </p:nvCxnSpPr>
        <p:spPr>
          <a:xfrm>
            <a:off x="288756" y="899312"/>
            <a:ext cx="11502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64785-2437-E2EE-9AF1-4CD77CC0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BC2DE-49A1-1542-0990-030677F1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49EB-65C3-9041-668B-0B6BE71F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6" y="191541"/>
            <a:ext cx="11502187" cy="70777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Full-Scale Multiphysics Simulation if unlimited time and computing resources are allowed.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ED88-B99D-1C30-0385-E3BAD40D2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090866"/>
            <a:ext cx="11502188" cy="5630608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B9F469-2427-E43E-36C5-8E227A561F6D}"/>
              </a:ext>
            </a:extLst>
          </p:cNvPr>
          <p:cNvCxnSpPr/>
          <p:nvPr/>
        </p:nvCxnSpPr>
        <p:spPr>
          <a:xfrm>
            <a:off x="288756" y="899312"/>
            <a:ext cx="11502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C9CA5-0D02-A4A5-A091-83314B26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5FB20-CFBB-45E5-B12E-8CD8FCA954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Words>53</Words>
  <Application>Microsoft Office PowerPoint</Application>
  <PresentationFormat>Widescreen</PresentationFormat>
  <Paragraphs>16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Radiation-Induced Defect Evolution and  Device Degradation in Silicon</vt:lpstr>
      <vt:lpstr>Project Overview (Change Title)</vt:lpstr>
      <vt:lpstr>Slides Overview (Change title)</vt:lpstr>
      <vt:lpstr>Full-Scale Multiphysics Simulation if unlimited time and computing resources are allowed.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Chan [US] (MS)</dc:creator>
  <cp:lastModifiedBy>Luke Kim</cp:lastModifiedBy>
  <cp:revision>17</cp:revision>
  <dcterms:created xsi:type="dcterms:W3CDTF">2026-04-23T16:30:19Z</dcterms:created>
  <dcterms:modified xsi:type="dcterms:W3CDTF">2026-05-06T00:26:16Z</dcterms:modified>
</cp:coreProperties>
</file>